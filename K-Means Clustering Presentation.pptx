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3ff66cc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93ff66cc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3ff66cc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93ff66cc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3ff66cc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93ff66cc3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3ff66cc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93ff66cc3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3ff66cc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93ff66cc3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3ff66cc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93ff66cc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93ff66cc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93ff66cc3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93ff66cc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93ff66cc3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10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669702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SCIENCE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964977"/>
            <a:ext cx="9001125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Clustering Based 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K-Means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812827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Unlocking Musical "Vibes" with Machine Learning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749998"/>
            <a:ext cx="2133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911923"/>
            <a:ext cx="2133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K-Means Algorithm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95625" y="4749998"/>
            <a:ext cx="2590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APPLICATION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095625" y="4911923"/>
            <a:ext cx="2590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Song Recommendation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324975" y="2571750"/>
            <a:ext cx="1714500" cy="1714500"/>
          </a:xfrm>
          <a:prstGeom prst="roundRect">
            <a:avLst>
              <a:gd fmla="val 16667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3143825" y="409200"/>
            <a:ext cx="603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title="n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525" y="1257300"/>
            <a:ext cx="8999250" cy="513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 title="n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825" y="1432550"/>
            <a:ext cx="8335649" cy="476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3143825" y="409200"/>
            <a:ext cx="603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6" title="n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975" y="1619725"/>
            <a:ext cx="8294799" cy="47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3143825" y="409200"/>
            <a:ext cx="603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7" title="newplot-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980" y="1415525"/>
            <a:ext cx="8818920" cy="50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3143825" y="409200"/>
            <a:ext cx="603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8" title="n-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775" y="1559200"/>
            <a:ext cx="8141799" cy="46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2927700" y="480200"/>
            <a:ext cx="603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n-1.png"/>
          <p:cNvPicPr preferRelativeResize="0"/>
          <p:nvPr/>
        </p:nvPicPr>
        <p:blipFill rotWithShape="1">
          <a:blip r:embed="rId4">
            <a:alphaModFix/>
          </a:blip>
          <a:srcRect b="13566" l="0" r="0" t="13573"/>
          <a:stretch/>
        </p:blipFill>
        <p:spPr>
          <a:xfrm>
            <a:off x="6125225" y="1447800"/>
            <a:ext cx="5677820" cy="4600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76575"/>
            <a:ext cx="25193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0887" y="3076575"/>
            <a:ext cx="25193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71900"/>
            <a:ext cx="25193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90887" y="3771900"/>
            <a:ext cx="25193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467225"/>
            <a:ext cx="25193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90887" y="4467225"/>
            <a:ext cx="2519362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581025" y="1876425"/>
            <a:ext cx="5229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We selected high-dimensional audio features to capture the "feel" of a track. The heatmap reveals correlations between features (e.g., Energy vs. Loudness).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581025" y="581025"/>
            <a:ext cx="11581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2.1 Feature Selection for the "Vibe" Model </a:t>
            </a:r>
            <a:r>
              <a:rPr b="1" i="0" lang="en-US" sz="3150" u="none" cap="none" strike="noStrike">
                <a:solidFill>
                  <a:srgbClr val="30363D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933450" y="2587972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/>
          </a:p>
        </p:txBody>
      </p:sp>
      <p:pic>
        <p:nvPicPr>
          <p:cNvPr descr="image.png" id="149" name="Google Shape;1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178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857250" y="30546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962025" y="3054697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Applied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K-Means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on normalized feature vectors.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857250" y="33594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962025" y="3359497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Determined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K=</a:t>
            </a:r>
            <a:r>
              <a:rPr b="1" lang="en-US" sz="150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as the optimal number of clusters based on Elbow Method.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809625" y="4254847"/>
            <a:ext cx="52506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Insight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809625" y="4616797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The visualization shows distinct groupings, where each color represents a unique musical "vibe" or genre profile.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2.2 Clustering Analysis (K-Means) 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0" title="newplot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0" y="2499150"/>
            <a:ext cx="6033300" cy="28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1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450" y="1432150"/>
            <a:ext cx="8563026" cy="47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1645450" y="452425"/>
            <a:ext cx="904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Elbow Method To Determine Optimal 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/>
        </p:nvSpPr>
        <p:spPr>
          <a:xfrm>
            <a:off x="2929450" y="491825"/>
            <a:ext cx="7288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  6 Clustering </a:t>
            </a: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Based on </a:t>
            </a: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K-Means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2" title="newplo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000" y="1547575"/>
            <a:ext cx="10046175" cy="47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 2D t-SNE Visualization </a:t>
            </a: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of </a:t>
            </a: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K-Mean</a:t>
            </a:r>
            <a:r>
              <a:rPr b="1" lang="en-US" sz="315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581025" y="1257300"/>
            <a:ext cx="110301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3" title="newplot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050" y="1705650"/>
            <a:ext cx="9701249" cy="45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33675"/>
            <a:ext cx="50101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09925"/>
            <a:ext cx="50101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2733675"/>
            <a:ext cx="50101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209925"/>
            <a:ext cx="50101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581025" y="183832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We combined two distance-based methods to ensure recommendations are both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broadly thematic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specifically accurate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5972175" y="2733675"/>
            <a:ext cx="24765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pic>
        <p:nvPicPr>
          <p:cNvPr descr="image.png" id="191" name="Google Shape;19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95600" y="34004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 txBox="1"/>
          <p:nvPr/>
        </p:nvSpPr>
        <p:spPr>
          <a:xfrm>
            <a:off x="1057275" y="39719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1162050" y="3971925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Calculates distance to Cluster Center.</a:t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1057275" y="4276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1162050" y="4276725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Returns songs that represent the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General Vibe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1057275" y="4886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1162050" y="4886325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Best for: Playlist generation, Mood exploration.</a:t>
            </a:r>
            <a:endParaRPr/>
          </a:p>
        </p:txBody>
      </p:sp>
      <p:pic>
        <p:nvPicPr>
          <p:cNvPr descr="image.png" id="198" name="Google Shape;19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67775" y="34004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/>
        </p:nvSpPr>
        <p:spPr>
          <a:xfrm>
            <a:off x="7077075" y="39719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7181850" y="3971925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Finds nearest neighbors in feature space.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7077075" y="4276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7181850" y="4276725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Returns songs with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Specific Similarity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(e.g., similar Tempo &amp; Key).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7077075" y="4886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7181850" y="4886325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Best for: "Song Radio", Direct lookalikes.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2.4 Hybrid Recommendation Engine </a:t>
            </a:r>
            <a:r>
              <a:rPr b="1" i="0" lang="en-US" sz="3150" u="none" cap="none" strike="noStrike">
                <a:solidFill>
                  <a:srgbClr val="30363D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425" y="2437750"/>
            <a:ext cx="4365576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6294900" y="1357325"/>
            <a:ext cx="453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677025" y="3138487"/>
            <a:ext cx="46386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406450" y="2637775"/>
            <a:ext cx="48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 TRACK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406450" y="3647425"/>
            <a:ext cx="482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Cluster: High Energy Pop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Danceability: 0.75 | Energy: 0.83</a:t>
            </a:r>
            <a:endParaRPr/>
          </a:p>
        </p:txBody>
      </p:sp>
      <p:pic>
        <p:nvPicPr>
          <p:cNvPr descr="image.png" id="216" name="Google Shape;2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525" y="1353300"/>
            <a:ext cx="323100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50" y="29330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000" y="31588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1168450" y="3009250"/>
            <a:ext cx="196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Oops!... I Did It Again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1168450" y="3237850"/>
            <a:ext cx="196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Britney Spears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Live Demo: "Oops!... I Did It Again"</a:t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2400" y="1725001"/>
            <a:ext cx="6549526" cy="49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